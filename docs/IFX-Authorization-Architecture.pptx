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IFX Authorization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76CFD0"/>
                </a:solidFill>
              </a:rPr>
              <a:t>v2 — Template-Based ABAC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DD"/>
                </a:solidFill>
              </a:rPr>
              <a:t>RBAC  ·  ABAC  ·  OPA  ·  Condition Templates  ·  Multi-Tenant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217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DD"/>
                </a:solidFill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What Changed — v2 Template-Based ABAC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840"/>
                </a:solidFill>
              </a:rPr>
              <a:t>v1 (Resource-Specific Rego)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1554480"/>
            <a:ext cx="11640312" cy="0"/>
          </a:xfrm>
          <a:prstGeom prst="line">
            <a:avLst/>
          </a:prstGeom>
          <a:ln w="12700">
            <a:solidFill>
              <a:srgbClr val="F0A8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6002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DD"/>
                </a:solidFill>
              </a:rPr>
              <a:t>→  One .rego file per resource type</a:t>
            </a:r>
          </a:p>
          <a:p>
            <a:r>
              <a:rPr sz="1300">
                <a:solidFill>
                  <a:srgbClr val="CCCCDD"/>
                </a:solidFill>
              </a:rPr>
              <a:t>→  Policy logic lives entirely in Rego</a:t>
            </a:r>
          </a:p>
          <a:p>
            <a:r>
              <a:rPr sz="1300">
                <a:solidFill>
                  <a:srgbClr val="CCCCDD"/>
                </a:solidFill>
              </a:rPr>
              <a:t>→  No C# reuse between resource types</a:t>
            </a:r>
          </a:p>
          <a:p>
            <a:r>
              <a:rPr sz="1300">
                <a:solidFill>
                  <a:srgbClr val="CCCCDD"/>
                </a:solidFill>
              </a:rPr>
              <a:t>→  New resource = new .rego file + OPA redeploy</a:t>
            </a:r>
          </a:p>
          <a:p>
            <a:r>
              <a:rPr sz="1300">
                <a:solidFill>
                  <a:srgbClr val="CCCCDD"/>
                </a:solidFill>
              </a:rPr>
              <a:t>→  Handcrafted Rego for every 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AD68A"/>
                </a:solidFill>
              </a:rPr>
              <a:t>v2 (Template-Based ABAC)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" y="1554480"/>
            <a:ext cx="11640312" cy="0"/>
          </a:xfrm>
          <a:prstGeom prst="line">
            <a:avLst/>
          </a:prstGeom>
          <a:ln w="12700">
            <a:solidFill>
              <a:srgbClr val="5AD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09360" y="160020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→  One generic abac_eval.rego for ALL templates</a:t>
            </a:r>
          </a:p>
          <a:p>
            <a:r>
              <a:rPr sz="1300">
                <a:solidFill>
                  <a:srgbClr val="FFFFFF"/>
                </a:solidFill>
              </a:rPr>
              <a:t>→  Conditions defined in C# (Left/Op/Right)</a:t>
            </a:r>
          </a:p>
          <a:p>
            <a:r>
              <a:rPr sz="1300">
                <a:solidFill>
                  <a:srgbClr val="FFFFFF"/>
                </a:solidFill>
              </a:rPr>
              <a:t>→  BuiltInTemplates shared across all modules</a:t>
            </a:r>
          </a:p>
          <a:p>
            <a:r>
              <a:rPr sz="1300">
                <a:solidFill>
                  <a:srgbClr val="FFFFFF"/>
                </a:solidFill>
              </a:rPr>
              <a:t>→  New resource = define AbacPolicy in C# only</a:t>
            </a:r>
          </a:p>
          <a:p>
            <a:r>
              <a:rPr sz="1300">
                <a:solidFill>
                  <a:srgbClr val="FFFFFF"/>
                </a:solidFill>
              </a:rPr>
              <a:t>→  UserInput params resolved at runtime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0" y="1097280"/>
            <a:ext cx="0" cy="5303520"/>
          </a:xfrm>
          <a:prstGeom prst="line">
            <a:avLst/>
          </a:prstGeom>
          <a:ln w="12700">
            <a:solidFill>
              <a:srgbClr val="CCCC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0" y="6217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CCCDD"/>
                </a:solidFill>
              </a:rPr>
              <a:t>Both paths coexist — existing resources continue using AuthorizeAsync + dedicated Rego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Two Authorization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840"/>
                </a:solidFill>
              </a:rPr>
              <a:t>Path A — Resource-Specific (v1)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5394960" cy="457200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AuthorizeAsync(permission?, path, resource, action)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1. RBAC gate (HasPermissionAsync)</a:t>
            </a:r>
          </a:p>
          <a:p>
            <a:r>
              <a:rPr sz="1100" b="0">
                <a:solidFill>
                  <a:srgbClr val="FFFFFF"/>
                </a:solidFill>
              </a:rPr>
              <a:t>2. Build OPA envelope (no Conditions)</a:t>
            </a:r>
          </a:p>
          <a:p>
            <a:r>
              <a:rPr sz="1100" b="0">
                <a:solidFill>
                  <a:srgbClr val="FFFFFF"/>
                </a:solidFill>
              </a:rPr>
              <a:t>3. OPA evaluates resource-specific .rego</a:t>
            </a:r>
          </a:p>
          <a:p>
            <a:r>
              <a:rPr sz="1100" b="0">
                <a:solidFill>
                  <a:srgbClr val="FFFFFF"/>
                </a:solidFill>
              </a:rPr>
              <a:t>   e.g. authz/auth/read_user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→ Used by: user profile, role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AD68A"/>
                </a:solidFill>
              </a:rPr>
              <a:t>Path B — Template-Based (v2)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508760"/>
            <a:ext cx="5394960" cy="457200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AuthorizeWithPolicyAsync(policy, resource, params?)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1. AbacPolicyEngine.Resolve(policy, params)</a:t>
            </a:r>
          </a:p>
          <a:p>
            <a:r>
              <a:rPr sz="1100" b="0">
                <a:solidFill>
                  <a:srgbClr val="FFFFFF"/>
                </a:solidFill>
              </a:rPr>
              <a:t>   → Literal / FieldRef / UserInput → resolved</a:t>
            </a:r>
          </a:p>
          <a:p>
            <a:r>
              <a:rPr sz="1100" b="0">
                <a:solidFill>
                  <a:srgbClr val="FFFFFF"/>
                </a:solidFill>
              </a:rPr>
              <a:t>2. Build OPA envelope + Conditions field</a:t>
            </a:r>
          </a:p>
          <a:p>
            <a:r>
              <a:rPr sz="1100" b="0">
                <a:solidFill>
                  <a:srgbClr val="FFFFFF"/>
                </a:solidFill>
              </a:rPr>
              <a:t>3. OPA evaluates authz/common/abac_eval</a:t>
            </a:r>
          </a:p>
          <a:p>
            <a:r>
              <a:rPr sz="1100" b="0">
                <a:solidFill>
                  <a:srgbClr val="FFFFFF"/>
                </a:solidFill>
              </a:rPr>
              <a:t>   → generic; works for any resource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→ Used by: new resource 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The Condition Model — Left / Operator / Right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DD"/>
                </a:solidFill>
              </a:rPr>
              <a:t>A ConditionTemplate defines a single authorization rule using three parts: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3383280" cy="2560320"/>
          </a:xfrm>
          <a:prstGeom prst="rect">
            <a:avLst/>
          </a:prstGeom>
          <a:solidFill>
            <a:srgbClr val="2A2A3E"/>
          </a:solidFill>
          <a:ln>
            <a:solidFill>
              <a:srgbClr val="459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9BD6"/>
                </a:solidFill>
              </a:rPr>
              <a:t>Left</a:t>
            </a:r>
          </a:p>
          <a:p>
            <a:r>
              <a:rPr sz="1100" b="0">
                <a:solidFill>
                  <a:srgbClr val="FFFFFF"/>
                </a:solidFill>
              </a:rPr>
              <a:t>Dot-path into OPA input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"subject.id"</a:t>
            </a:r>
          </a:p>
          <a:p>
            <a:r>
              <a:rPr sz="1100" b="0">
                <a:solidFill>
                  <a:srgbClr val="FFFFFF"/>
                </a:solidFill>
              </a:rPr>
              <a:t>"subject.departments"</a:t>
            </a:r>
          </a:p>
          <a:p>
            <a:r>
              <a:rPr sz="1100" b="0">
                <a:solidFill>
                  <a:srgbClr val="FFFFFF"/>
                </a:solidFill>
              </a:rPr>
              <a:t>"resource.tenant_id"</a:t>
            </a:r>
          </a:p>
          <a:p>
            <a:r>
              <a:rPr sz="1100" b="0">
                <a:solidFill>
                  <a:srgbClr val="FFFFFF"/>
                </a:solidFill>
              </a:rPr>
              <a:t>"resource.owner_id"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691640"/>
            <a:ext cx="3931920" cy="256032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6CFD0"/>
                </a:solidFill>
              </a:rPr>
              <a:t>Operator</a:t>
            </a:r>
          </a:p>
          <a:p>
            <a:r>
              <a:rPr sz="1100" b="0">
                <a:solidFill>
                  <a:srgbClr val="FFFFFF"/>
                </a:solidFill>
              </a:rPr>
              <a:t>Equals / NotEquals</a:t>
            </a:r>
          </a:p>
          <a:p>
            <a:r>
              <a:rPr sz="1100" b="0">
                <a:solidFill>
                  <a:srgbClr val="FFFFFF"/>
                </a:solidFill>
              </a:rPr>
              <a:t>In / NotIn</a:t>
            </a:r>
          </a:p>
          <a:p>
            <a:r>
              <a:rPr sz="1100" b="0">
                <a:solidFill>
                  <a:srgbClr val="FFFFFF"/>
                </a:solidFill>
              </a:rPr>
              <a:t>Contains</a:t>
            </a:r>
          </a:p>
          <a:p>
            <a:r>
              <a:rPr sz="1100" b="0">
                <a:solidFill>
                  <a:srgbClr val="FFFFFF"/>
                </a:solidFill>
              </a:rPr>
              <a:t>Intersects (set overlap)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0" y="1691640"/>
            <a:ext cx="3383280" cy="256032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Right</a:t>
            </a:r>
          </a:p>
          <a:p>
            <a:r>
              <a:rPr sz="1100" b="0">
                <a:solidFill>
                  <a:srgbClr val="FFFFFF"/>
                </a:solidFill>
              </a:rPr>
              <a:t>Literal — fixed value</a:t>
            </a:r>
          </a:p>
          <a:p>
            <a:r>
              <a:rPr sz="1100" b="0">
                <a:solidFill>
                  <a:srgbClr val="FFFFFF"/>
                </a:solidFill>
              </a:rPr>
              <a:t>FieldRef — another input path</a:t>
            </a:r>
          </a:p>
          <a:p>
            <a:r>
              <a:rPr sz="1100" b="0">
                <a:solidFill>
                  <a:srgbClr val="FFFFFF"/>
                </a:solidFill>
              </a:rPr>
              <a:t>UserInput — runtime param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CFD0"/>
                </a:solidFill>
              </a:rPr>
              <a:t>Example — SameDepartment template: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00600"/>
            <a:ext cx="11247120" cy="164592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Left = "subject.departments"   |   Operator = Intersects   |   Right = FieldRef("resource.departments")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Passes when the user and the resource share at least one department (set intersection)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Built-In Templates — Ready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47120" cy="146304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6CFD0"/>
                </a:solidFill>
              </a:rPr>
              <a:t>SameDepartment</a:t>
            </a:r>
          </a:p>
          <a:p>
            <a:r>
              <a:rPr sz="1100" b="0">
                <a:solidFill>
                  <a:srgbClr val="FFFFFF"/>
                </a:solidFill>
              </a:rPr>
              <a:t>Left: subject.departments   Operator: Intersects   Right: FieldRef("resource.departments")</a:t>
            </a:r>
          </a:p>
          <a:p>
            <a:r>
              <a:rPr sz="1100" b="0">
                <a:solidFill>
                  <a:srgbClr val="FFFFFF"/>
                </a:solidFill>
              </a:rPr>
              <a:t>Passes when user and resource share at least one department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880360"/>
            <a:ext cx="11247120" cy="146304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CreatedByMe</a:t>
            </a:r>
          </a:p>
          <a:p>
            <a:r>
              <a:rPr sz="1100" b="0">
                <a:solidFill>
                  <a:srgbClr val="FFFFFF"/>
                </a:solidFill>
              </a:rPr>
              <a:t>Left: subject.id   Operator: Equals   Right: FieldRef("resource.owner_id")</a:t>
            </a:r>
          </a:p>
          <a:p>
            <a:r>
              <a:rPr sz="1100" b="0">
                <a:solidFill>
                  <a:srgbClr val="FFFFFF"/>
                </a:solidFill>
              </a:rPr>
              <a:t>Passes when the requesting user is the owner/creator of the resource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480560"/>
            <a:ext cx="11247120" cy="1463040"/>
          </a:xfrm>
          <a:prstGeom prst="rect">
            <a:avLst/>
          </a:prstGeom>
          <a:solidFill>
            <a:srgbClr val="2A2A3E"/>
          </a:solidFill>
          <a:ln>
            <a:solidFill>
              <a:srgbClr val="F0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A840"/>
                </a:solidFill>
              </a:rPr>
              <a:t>SameTenant</a:t>
            </a:r>
          </a:p>
          <a:p>
            <a:r>
              <a:rPr sz="1100" b="0">
                <a:solidFill>
                  <a:srgbClr val="FFFFFF"/>
                </a:solidFill>
              </a:rPr>
              <a:t>Left: subject.tenant_id   Operator: Equals   Right: FieldRef("resource.tenant_id")</a:t>
            </a:r>
          </a:p>
          <a:p>
            <a:r>
              <a:rPr sz="1100" b="0">
                <a:solidFill>
                  <a:srgbClr val="FFFFFF"/>
                </a:solidFill>
              </a:rPr>
              <a:t>Passes when user and resource belong to the same 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Register additional templates at startup:  registry.Register(new ConditionTemplate { ... 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Value Reference Types &amp;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6CFD0"/>
                </a:solidFill>
              </a:rPr>
              <a:t>ValueRefType (Right-hand side)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303520" cy="411480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Literal</a:t>
            </a:r>
          </a:p>
          <a:p>
            <a:r>
              <a:rPr sz="1100" b="0">
                <a:solidFill>
                  <a:srgbClr val="FFFFFF"/>
                </a:solidFill>
              </a:rPr>
              <a:t>  A fixed string baked into the template.</a:t>
            </a:r>
          </a:p>
          <a:p>
            <a:r>
              <a:rPr sz="1100" b="0">
                <a:solidFill>
                  <a:srgbClr val="FFFFFF"/>
                </a:solidFill>
              </a:rPr>
              <a:t>  e.g.  Right = Literal("active")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FieldRef</a:t>
            </a:r>
          </a:p>
          <a:p>
            <a:r>
              <a:rPr sz="1100" b="0">
                <a:solidFill>
                  <a:srgbClr val="FFFFFF"/>
                </a:solidFill>
              </a:rPr>
              <a:t>  A dot-path resolved against OPA input.</a:t>
            </a:r>
          </a:p>
          <a:p>
            <a:r>
              <a:rPr sz="1100" b="0">
                <a:solidFill>
                  <a:srgbClr val="FFFFFF"/>
                </a:solidFill>
              </a:rPr>
              <a:t>  e.g.  Right = FieldRef("resource.tenant_id")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UserInput</a:t>
            </a:r>
          </a:p>
          <a:p>
            <a:r>
              <a:rPr sz="1100" b="0">
                <a:solidFill>
                  <a:srgbClr val="FFFFFF"/>
                </a:solidFill>
              </a:rPr>
              <a:t>  A key in the caller parameters dict.</a:t>
            </a:r>
          </a:p>
          <a:p>
            <a:r>
              <a:rPr sz="1100" b="0">
                <a:solidFill>
                  <a:srgbClr val="FFFFFF"/>
                </a:solidFill>
              </a:rPr>
              <a:t>  Resolved at runtime by AbacPolicyEngine.</a:t>
            </a:r>
          </a:p>
          <a:p>
            <a:r>
              <a:rPr sz="1100" b="0">
                <a:solidFill>
                  <a:srgbClr val="FFFFFF"/>
                </a:solidFill>
              </a:rPr>
              <a:t>  Never appears in JSON sent to OPA.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AD68A"/>
                </a:solidFill>
              </a:rPr>
              <a:t>Condition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00200"/>
            <a:ext cx="5303520" cy="411480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Equals        left == right (scalar)</a:t>
            </a:r>
          </a:p>
          <a:p>
            <a:r>
              <a:rPr sz="1100" b="0">
                <a:solidFill>
                  <a:srgbClr val="FFFFFF"/>
                </a:solidFill>
              </a:rPr>
              <a:t>NotEquals     left != right (scalar)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In            scalar left ∈ collection right</a:t>
            </a:r>
          </a:p>
          <a:p>
            <a:r>
              <a:rPr sz="1100" b="0">
                <a:solidFill>
                  <a:srgbClr val="FFFFFF"/>
                </a:solidFill>
              </a:rPr>
              <a:t>NotIn         scalar left ∉ collection right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Contains      collection left ∋ scalar right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Intersects    left ∩ right ≠ ∅</a:t>
            </a:r>
          </a:p>
          <a:p>
            <a:r>
              <a:rPr sz="1100" b="0">
                <a:solidFill>
                  <a:srgbClr val="FFFFFF"/>
                </a:solidFill>
              </a:rPr>
              <a:t>              (two collections share ≥1 element)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AbacPolicy + AbacPolicyEngine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6CFD0"/>
                </a:solidFill>
              </a:rPr>
              <a:t>AbacPolicy — a list of conditions for one (resourceType, action) pair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164592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AbacPolicy { ResourceType="report", Action="read", Conditions=[</a:t>
            </a:r>
          </a:p>
          <a:p>
            <a:r>
              <a:rPr sz="1100" b="0">
                <a:solidFill>
                  <a:srgbClr val="FFFFFF"/>
                </a:solidFill>
              </a:rPr>
              <a:t>    AbacCondition { Template=BuiltInTemplates.SameTenant },</a:t>
            </a:r>
          </a:p>
          <a:p>
            <a:r>
              <a:rPr sz="1100" b="0">
                <a:solidFill>
                  <a:srgbClr val="FFFFFF"/>
                </a:solidFill>
              </a:rPr>
              <a:t>    AbacCondition { Template=BuiltInTemplates.SameDepartment }</a:t>
            </a:r>
          </a:p>
          <a:p>
            <a:r>
              <a:rPr sz="1100" b="0">
                <a:solidFill>
                  <a:srgbClr val="FFFFFF"/>
                </a:solidFill>
              </a:rPr>
              <a:t>]}    ←  ALL conditions must pass; empty list = deny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37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AD68A"/>
                </a:solidFill>
              </a:rPr>
              <a:t>AbacPolicyEngine — resolves conditions before sending to OPA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256032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Literal / FieldRef</a:t>
            </a:r>
          </a:p>
          <a:p>
            <a:r>
              <a:rPr sz="1100" b="0">
                <a:solidFill>
                  <a:srgbClr val="FFFFFF"/>
                </a:solidFill>
              </a:rPr>
              <a:t>Passed through unchanged.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FieldRef path is resolved by OPA</a:t>
            </a:r>
          </a:p>
          <a:p>
            <a:r>
              <a:rPr sz="1100" b="0">
                <a:solidFill>
                  <a:srgbClr val="FFFFFF"/>
                </a:solidFill>
              </a:rPr>
              <a:t>against input.subject / input.resource</a:t>
            </a:r>
          </a:p>
          <a:p>
            <a:r>
              <a:rPr sz="1100" b="0">
                <a:solidFill>
                  <a:srgbClr val="FFFFFF"/>
                </a:solidFill>
              </a:rPr>
              <a:t>at evaluation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749039"/>
            <a:ext cx="5394960" cy="2560320"/>
          </a:xfrm>
          <a:prstGeom prst="rect">
            <a:avLst/>
          </a:prstGeom>
          <a:solidFill>
            <a:srgbClr val="2A2A3E"/>
          </a:solidFill>
          <a:ln>
            <a:solidFill>
              <a:srgbClr val="F0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A840"/>
                </a:solidFill>
              </a:rPr>
              <a:t>UserInput</a:t>
            </a:r>
          </a:p>
          <a:p>
            <a:r>
              <a:rPr sz="1100" b="0">
                <a:solidFill>
                  <a:srgbClr val="FFFFFF"/>
                </a:solidFill>
              </a:rPr>
              <a:t>Engine looks up the param key in the</a:t>
            </a:r>
          </a:p>
          <a:p>
            <a:r>
              <a:rPr sz="1100" b="0">
                <a:solidFill>
                  <a:srgbClr val="FFFFFF"/>
                </a:solidFill>
              </a:rPr>
              <a:t>caller-supplied parameters dict.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Converted to Literal before OPA call.</a:t>
            </a:r>
          </a:p>
          <a:p>
            <a:r>
              <a:rPr sz="1100" b="0">
                <a:solidFill>
                  <a:srgbClr val="FFFFFF"/>
                </a:solidFill>
              </a:rPr>
              <a:t>Missing key → ArgumentException (fail-fast).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OPA Input Envelope — v2 Update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solidFill>
            <a:srgbClr val="2A2A3E"/>
          </a:solidFill>
          <a:ln>
            <a:solidFill>
              <a:srgbClr val="F0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A840"/>
                </a:solidFill>
              </a:rPr>
              <a:t>Path A — No Conditions (v1)</a:t>
            </a:r>
          </a:p>
          <a:p>
            <a:r>
              <a:rPr sz="1100" b="0">
                <a:solidFill>
                  <a:srgbClr val="FFFFFF"/>
                </a:solidFill>
              </a:rPr>
              <a:t>{</a:t>
            </a:r>
          </a:p>
          <a:p>
            <a:r>
              <a:rPr sz="1100" b="0">
                <a:solidFill>
                  <a:srgbClr val="FFFFFF"/>
                </a:solidFill>
              </a:rPr>
              <a:t>  "subject": { "id", "tenant_id",</a:t>
            </a:r>
          </a:p>
          <a:p>
            <a:r>
              <a:rPr sz="1100" b="0">
                <a:solidFill>
                  <a:srgbClr val="FFFFFF"/>
                </a:solidFill>
              </a:rPr>
              <a:t>    "departments", "roles",</a:t>
            </a:r>
          </a:p>
          <a:p>
            <a:r>
              <a:rPr sz="1100" b="0">
                <a:solidFill>
                  <a:srgbClr val="FFFFFF"/>
                </a:solidFill>
              </a:rPr>
              <a:t>    "permissions", "mfa" },</a:t>
            </a:r>
          </a:p>
          <a:p>
            <a:r>
              <a:rPr sz="1100" b="0">
                <a:solidFill>
                  <a:srgbClr val="FFFFFF"/>
                </a:solidFill>
              </a:rPr>
              <a:t>  "resource": { "type","id","tenant_id" },</a:t>
            </a:r>
          </a:p>
          <a:p>
            <a:r>
              <a:rPr sz="1100" b="0">
                <a:solidFill>
                  <a:srgbClr val="FFFFFF"/>
                </a:solidFill>
              </a:rPr>
              <a:t>  "action": "read",</a:t>
            </a:r>
          </a:p>
          <a:p>
            <a:r>
              <a:rPr sz="1100" b="0">
                <a:solidFill>
                  <a:srgbClr val="FFFFFF"/>
                </a:solidFill>
              </a:rPr>
              <a:t>  "environment": { "ip","network","time" }</a:t>
            </a:r>
          </a:p>
          <a:p>
            <a:r>
              <a:rPr sz="1100" b="0">
                <a:solidFill>
                  <a:srgbClr val="FFFFFF"/>
                </a:solidFill>
              </a:rPr>
              <a:t>}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← conditions field absent</a:t>
            </a:r>
          </a:p>
          <a:p>
            <a:r>
              <a:rPr sz="1100" b="0">
                <a:solidFill>
                  <a:srgbClr val="FFFFFF"/>
                </a:solidFill>
              </a:rPr>
              <a:t>← existing .rego policies unchanged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188720"/>
            <a:ext cx="5394960" cy="502920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Path B — With Conditions (v2)</a:t>
            </a:r>
          </a:p>
          <a:p>
            <a:r>
              <a:rPr sz="1100" b="0">
                <a:solidFill>
                  <a:srgbClr val="FFFFFF"/>
                </a:solidFill>
              </a:rPr>
              <a:t>{</a:t>
            </a:r>
          </a:p>
          <a:p>
            <a:r>
              <a:rPr sz="1100" b="0">
                <a:solidFill>
                  <a:srgbClr val="FFFFFF"/>
                </a:solidFill>
              </a:rPr>
              <a:t>  "subject":  { ... },</a:t>
            </a:r>
          </a:p>
          <a:p>
            <a:r>
              <a:rPr sz="1100" b="0">
                <a:solidFill>
                  <a:srgbClr val="FFFFFF"/>
                </a:solidFill>
              </a:rPr>
              <a:t>  "resource": { ... },</a:t>
            </a:r>
          </a:p>
          <a:p>
            <a:r>
              <a:rPr sz="1100" b="0">
                <a:solidFill>
                  <a:srgbClr val="FFFFFF"/>
                </a:solidFill>
              </a:rPr>
              <a:t>  "action":   "read",</a:t>
            </a:r>
          </a:p>
          <a:p>
            <a:r>
              <a:rPr sz="1100" b="0">
                <a:solidFill>
                  <a:srgbClr val="FFFFFF"/>
                </a:solidFill>
              </a:rPr>
              <a:t>  "environment": { ... },</a:t>
            </a:r>
          </a:p>
          <a:p>
            <a:r>
              <a:rPr sz="1100" b="0">
                <a:solidFill>
                  <a:srgbClr val="FFFFFF"/>
                </a:solidFill>
              </a:rPr>
              <a:t>  "conditions": [</a:t>
            </a:r>
          </a:p>
          <a:p>
            <a:r>
              <a:rPr sz="1100" b="0">
                <a:solidFill>
                  <a:srgbClr val="FFFFFF"/>
                </a:solidFill>
              </a:rPr>
              <a:t>    {</a:t>
            </a:r>
          </a:p>
          <a:p>
            <a:r>
              <a:rPr sz="1100" b="0">
                <a:solidFill>
                  <a:srgbClr val="FFFFFF"/>
                </a:solidFill>
              </a:rPr>
              <a:t>      "left": "subject.departments",</a:t>
            </a:r>
          </a:p>
          <a:p>
            <a:r>
              <a:rPr sz="1100" b="0">
                <a:solidFill>
                  <a:srgbClr val="FFFFFF"/>
                </a:solidFill>
              </a:rPr>
              <a:t>      "operator": "intersects",</a:t>
            </a:r>
          </a:p>
          <a:p>
            <a:r>
              <a:rPr sz="1100" b="0">
                <a:solidFill>
                  <a:srgbClr val="FFFFFF"/>
                </a:solidFill>
              </a:rPr>
              <a:t>      "right_type": "field_ref",</a:t>
            </a:r>
          </a:p>
          <a:p>
            <a:r>
              <a:rPr sz="1100" b="0">
                <a:solidFill>
                  <a:srgbClr val="FFFFFF"/>
                </a:solidFill>
              </a:rPr>
              <a:t>      "right": "resource.departments"</a:t>
            </a:r>
          </a:p>
          <a:p>
            <a:r>
              <a:rPr sz="1100" b="0">
                <a:solidFill>
                  <a:srgbClr val="FFFFFF"/>
                </a:solidFill>
              </a:rPr>
              <a:t>    }</a:t>
            </a:r>
          </a:p>
          <a:p>
            <a:r>
              <a:rPr sz="1100" b="0">
                <a:solidFill>
                  <a:srgbClr val="FFFFFF"/>
                </a:solidFill>
              </a:rPr>
              <a:t>  ]</a:t>
            </a:r>
          </a:p>
          <a:p>
            <a:r>
              <a:rPr sz="1100" b="0">
                <a:solidFill>
                  <a:srgbClr val="FFFFFF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authz/common/abac_eval.rego — Generic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DD"/>
                </a:solidFill>
              </a:rPr>
              <a:t>A single Rego policy handles all template-based conditions — no new .rego files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577840" cy="457200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6CFD0"/>
                </a:solidFill>
              </a:rPr>
              <a:t>Policy logic</a:t>
            </a:r>
          </a:p>
          <a:p>
            <a:r>
              <a:rPr sz="1100" b="0">
                <a:solidFill>
                  <a:srgbClr val="FFFFFF"/>
                </a:solidFill>
              </a:rPr>
              <a:t>default allow := false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allow if {</a:t>
            </a:r>
          </a:p>
          <a:p>
            <a:r>
              <a:rPr sz="1100" b="0">
                <a:solidFill>
                  <a:srgbClr val="FFFFFF"/>
                </a:solidFill>
              </a:rPr>
              <a:t>    count(input.conditions) &gt; 0</a:t>
            </a:r>
          </a:p>
          <a:p>
            <a:r>
              <a:rPr sz="1100" b="0">
                <a:solidFill>
                  <a:srgbClr val="FFFFFF"/>
                </a:solidFill>
              </a:rPr>
              <a:t>    every condition in input.conditions {</a:t>
            </a:r>
          </a:p>
          <a:p>
            <a:r>
              <a:rPr sz="1100" b="0">
                <a:solidFill>
                  <a:srgbClr val="FFFFFF"/>
                </a:solidFill>
              </a:rPr>
              <a:t>        condition_passes(condition)</a:t>
            </a:r>
          </a:p>
          <a:p>
            <a:r>
              <a:rPr sz="1100" b="0">
                <a:solidFill>
                  <a:srgbClr val="FFFFFF"/>
                </a:solidFill>
              </a:rPr>
              <a:t>    }</a:t>
            </a:r>
          </a:p>
          <a:p>
            <a:r>
              <a:rPr sz="1100" b="0">
                <a:solidFill>
                  <a:srgbClr val="FFFFFF"/>
                </a:solidFill>
              </a:rPr>
              <a:t>}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← ALL conditions must pass</a:t>
            </a:r>
          </a:p>
          <a:p>
            <a:r>
              <a:rPr sz="1100" b="0">
                <a:solidFill>
                  <a:srgbClr val="FFFFFF"/>
                </a:solidFill>
              </a:rPr>
              <a:t>← empty list = deny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Design notes</a:t>
            </a:r>
          </a:p>
          <a:p>
            <a:r>
              <a:rPr sz="1100" b="0">
                <a:solidFill>
                  <a:srgbClr val="FFFFFF"/>
                </a:solidFill>
              </a:rPr>
              <a:t>• Supports 6 operators: equals, not_equals,</a:t>
            </a:r>
          </a:p>
          <a:p>
            <a:r>
              <a:rPr sz="1100" b="0">
                <a:solidFill>
                  <a:srgbClr val="FFFFFF"/>
                </a:solidFill>
              </a:rPr>
              <a:t>  in, not_in, contains, intersects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• Resolves dot-paths into subject/resource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• right_type=literal → value used directly</a:t>
            </a:r>
          </a:p>
          <a:p>
            <a:r>
              <a:rPr sz="1100" b="0">
                <a:solidFill>
                  <a:srgbClr val="FFFFFF"/>
                </a:solidFill>
              </a:rPr>
              <a:t>  right_type=field_ref → path resolved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• Logic that needs custom Rego stays in</a:t>
            </a:r>
          </a:p>
          <a:p>
            <a:r>
              <a:rPr sz="1100" b="0">
                <a:solidFill>
                  <a:srgbClr val="FFFFFF"/>
                </a:solidFill>
              </a:rPr>
              <a:t>  a dedicated .rego file (Path 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End-to-End Flow — Template-Based (Path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1234440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459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9BD6"/>
                </a:solidFill>
              </a:rPr>
              <a:t>1. HTTP Request</a:t>
            </a:r>
          </a:p>
          <a:p>
            <a:r>
              <a:rPr sz="1100" b="0">
                <a:solidFill>
                  <a:srgbClr val="FFFFFF"/>
                </a:solidFill>
              </a:rPr>
              <a:t>JWT validated by ASP.NET Core middleware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2514600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459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9BD6"/>
                </a:solidFill>
              </a:rPr>
              <a:t>2. Load Resource</a:t>
            </a:r>
          </a:p>
          <a:p>
            <a:r>
              <a:rPr sz="1100" b="0">
                <a:solidFill>
                  <a:srgbClr val="FFFFFF"/>
                </a:solidFill>
              </a:rPr>
              <a:t>Application handler loads resource from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3794760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6CFD0"/>
                </a:solidFill>
              </a:rPr>
              <a:t>3. Build Policy</a:t>
            </a:r>
          </a:p>
          <a:p>
            <a:r>
              <a:rPr sz="1100" b="0">
                <a:solidFill>
                  <a:srgbClr val="FFFFFF"/>
                </a:solidFill>
              </a:rPr>
              <a:t>Handler constructs AbacPolicy with template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5074919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4. Resolve</a:t>
            </a:r>
          </a:p>
          <a:p>
            <a:r>
              <a:rPr sz="1100" b="0">
                <a:solidFill>
                  <a:srgbClr val="FFFFFF"/>
                </a:solidFill>
              </a:rPr>
              <a:t>AbacPolicyEngine substitutes UserInput params → ResolvedCondition[]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59" y="1234440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5. Build Envelope</a:t>
            </a:r>
          </a:p>
          <a:p>
            <a:r>
              <a:rPr sz="1100" b="0">
                <a:solidFill>
                  <a:srgbClr val="FFFFFF"/>
                </a:solidFill>
              </a:rPr>
              <a:t>OpaAuthorizationEnvelope populated with Conditions field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2514600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F0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A840"/>
                </a:solidFill>
              </a:rPr>
              <a:t>6. OPA Eval</a:t>
            </a:r>
          </a:p>
          <a:p>
            <a:r>
              <a:rPr sz="1100" b="0">
                <a:solidFill>
                  <a:srgbClr val="FFFFFF"/>
                </a:solidFill>
              </a:rPr>
              <a:t>OpaClient POSTs to authz/common/abac_eval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3794760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E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05050"/>
                </a:solidFill>
              </a:rPr>
              <a:t>7. Decision</a:t>
            </a:r>
          </a:p>
          <a:p>
            <a:r>
              <a:rPr sz="1100" b="0">
                <a:solidFill>
                  <a:srgbClr val="FFFFFF"/>
                </a:solidFill>
              </a:rPr>
              <a:t>All conditions pass → allow; any fail → ForbiddenException (403)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5074919"/>
            <a:ext cx="5760720" cy="1097280"/>
          </a:xfrm>
          <a:prstGeom prst="rect">
            <a:avLst/>
          </a:prstGeom>
          <a:solidFill>
            <a:srgbClr val="2A2A3E"/>
          </a:solidFill>
          <a:ln>
            <a:solidFill>
              <a:srgbClr val="459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9BD6"/>
                </a:solidFill>
              </a:rPr>
              <a:t>8. Return</a:t>
            </a:r>
          </a:p>
          <a:p>
            <a:r>
              <a:rPr sz="1100" b="0">
                <a:solidFill>
                  <a:srgbClr val="FFFFFF"/>
                </a:solidFill>
              </a:rPr>
              <a:t>Authorized: return resource data to caller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IFX.BuildingBlocks.Security — Component Overview (v2)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88720"/>
            <a:ext cx="3474720" cy="4754880"/>
          </a:xfrm>
          <a:prstGeom prst="rect">
            <a:avLst/>
          </a:prstGeom>
          <a:solidFill>
            <a:srgbClr val="2A2A3E"/>
          </a:solidFill>
          <a:ln>
            <a:solidFill>
              <a:srgbClr val="459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9BD6"/>
                </a:solidFill>
              </a:rPr>
              <a:t>Core (v1)</a:t>
            </a:r>
          </a:p>
          <a:p>
            <a:r>
              <a:rPr sz="1100" b="0">
                <a:solidFill>
                  <a:srgbClr val="FFFFFF"/>
                </a:solidFill>
              </a:rPr>
              <a:t>ICurrentUser</a:t>
            </a:r>
          </a:p>
          <a:p>
            <a:r>
              <a:rPr sz="1100" b="0">
                <a:solidFill>
                  <a:srgbClr val="FFFFFF"/>
                </a:solidFill>
              </a:rPr>
              <a:t>IPermissionChecker</a:t>
            </a:r>
          </a:p>
          <a:p>
            <a:r>
              <a:rPr sz="1100" b="0">
                <a:solidFill>
                  <a:srgbClr val="FFFFFF"/>
                </a:solidFill>
              </a:rPr>
              <a:t>IOpaPolicyClient</a:t>
            </a:r>
          </a:p>
          <a:p>
            <a:r>
              <a:rPr sz="1100" b="0">
                <a:solidFill>
                  <a:srgbClr val="FFFFFF"/>
                </a:solidFill>
              </a:rPr>
              <a:t>IResourceAuthorizationService</a:t>
            </a:r>
          </a:p>
          <a:p>
            <a:r>
              <a:rPr sz="1100" b="0">
                <a:solidFill>
                  <a:srgbClr val="FFFFFF"/>
                </a:solidFill>
              </a:rPr>
              <a:t>  → AuthorizeAsync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OpaClient (singleton)</a:t>
            </a:r>
          </a:p>
          <a:p>
            <a:r>
              <a:rPr sz="1100" b="0">
                <a:solidFill>
                  <a:srgbClr val="FFFFFF"/>
                </a:solidFill>
              </a:rPr>
              <a:t>NullOpaPolicyClient (dev)</a:t>
            </a:r>
          </a:p>
          <a:p>
            <a:r>
              <a:rPr sz="1100" b="0">
                <a:solidFill>
                  <a:srgbClr val="FFFFFF"/>
                </a:solidFill>
              </a:rPr>
              <a:t>OpaOptions</a:t>
            </a:r>
          </a:p>
          <a:p>
            <a:r>
              <a:rPr sz="1100" b="0">
                <a:solidFill>
                  <a:srgbClr val="FFFFFF"/>
                </a:solidFill>
              </a:rPr>
              <a:t>ForbiddenException</a:t>
            </a:r>
          </a:p>
          <a:p>
            <a:r>
              <a:rPr sz="1100" b="0">
                <a:solidFill>
                  <a:srgbClr val="FFFFFF"/>
                </a:solidFill>
              </a:rPr>
              <a:t>ResourceAuthorizationService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0" y="1188720"/>
            <a:ext cx="3749039" cy="475488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Abac/ (v2 NEW)</a:t>
            </a:r>
          </a:p>
          <a:p>
            <a:r>
              <a:rPr sz="1100" b="0">
                <a:solidFill>
                  <a:srgbClr val="FFFFFF"/>
                </a:solidFill>
              </a:rPr>
              <a:t>Templates/</a:t>
            </a:r>
          </a:p>
          <a:p>
            <a:r>
              <a:rPr sz="1100" b="0">
                <a:solidFill>
                  <a:srgbClr val="FFFFFF"/>
                </a:solidFill>
              </a:rPr>
              <a:t>  ConditionTemplate</a:t>
            </a:r>
          </a:p>
          <a:p>
            <a:r>
              <a:rPr sz="1100" b="0">
                <a:solidFill>
                  <a:srgbClr val="FFFFFF"/>
                </a:solidFill>
              </a:rPr>
              <a:t>  ConditionOperator</a:t>
            </a:r>
          </a:p>
          <a:p>
            <a:r>
              <a:rPr sz="1100" b="0">
                <a:solidFill>
                  <a:srgbClr val="FFFFFF"/>
                </a:solidFill>
              </a:rPr>
              <a:t>  ConditionValueRef</a:t>
            </a:r>
          </a:p>
          <a:p>
            <a:r>
              <a:rPr sz="1100" b="0">
                <a:solidFill>
                  <a:srgbClr val="FFFFFF"/>
                </a:solidFill>
              </a:rPr>
              <a:t>  ValueRefType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Policies/</a:t>
            </a:r>
          </a:p>
          <a:p>
            <a:r>
              <a:rPr sz="1100" b="0">
                <a:solidFill>
                  <a:srgbClr val="FFFFFF"/>
                </a:solidFill>
              </a:rPr>
              <a:t>  AbacCondition</a:t>
            </a:r>
          </a:p>
          <a:p>
            <a:r>
              <a:rPr sz="1100" b="0">
                <a:solidFill>
                  <a:srgbClr val="FFFFFF"/>
                </a:solidFill>
              </a:rPr>
              <a:t>  AbacPolicy</a:t>
            </a:r>
          </a:p>
          <a:p>
            <a:r>
              <a:rPr sz="1100" b="0">
                <a:solidFill>
                  <a:srgbClr val="FFFFFF"/>
                </a:solidFill>
              </a:rPr>
              <a:t>  ResolvedCondition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Registry/</a:t>
            </a:r>
          </a:p>
          <a:p>
            <a:r>
              <a:rPr sz="1100" b="0">
                <a:solidFill>
                  <a:srgbClr val="FFFFFF"/>
                </a:solidFill>
              </a:rPr>
              <a:t>  IAbacTemplateRegistry</a:t>
            </a:r>
          </a:p>
          <a:p>
            <a:r>
              <a:rPr sz="1100" b="0">
                <a:solidFill>
                  <a:srgbClr val="FFFFFF"/>
                </a:solidFill>
              </a:rPr>
              <a:t>  AbacTemplateRegistry</a:t>
            </a:r>
          </a:p>
          <a:p>
            <a:r>
              <a:rPr sz="1100" b="0">
                <a:solidFill>
                  <a:srgbClr val="FFFFFF"/>
                </a:solidFill>
              </a:rPr>
              <a:t>  BuiltInTemplates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Engine/</a:t>
            </a:r>
          </a:p>
          <a:p>
            <a:r>
              <a:rPr sz="1100" b="0">
                <a:solidFill>
                  <a:srgbClr val="FFFFFF"/>
                </a:solidFill>
              </a:rPr>
              <a:t>  IAbacPolicyEngine</a:t>
            </a:r>
          </a:p>
          <a:p>
            <a:r>
              <a:rPr sz="1100" b="0">
                <a:solidFill>
                  <a:srgbClr val="FFFFFF"/>
                </a:solidFill>
              </a:rPr>
              <a:t>  AbacPolicyEngine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1188720"/>
            <a:ext cx="3474720" cy="2194560"/>
          </a:xfrm>
          <a:prstGeom prst="rect">
            <a:avLst/>
          </a:prstGeom>
          <a:solidFill>
            <a:srgbClr val="2A2A3E"/>
          </a:solidFill>
          <a:ln>
            <a:solidFill>
              <a:srgbClr val="76C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6CFD0"/>
                </a:solidFill>
              </a:rPr>
              <a:t>IResourceAuthorizationService</a:t>
            </a:r>
          </a:p>
          <a:p>
            <a:r>
              <a:rPr sz="1100" b="0">
                <a:solidFill>
                  <a:srgbClr val="FFFFFF"/>
                </a:solidFill>
              </a:rPr>
              <a:t>AuthorizeAsync()</a:t>
            </a:r>
          </a:p>
          <a:p>
            <a:r>
              <a:rPr sz="1100" b="0">
                <a:solidFill>
                  <a:srgbClr val="FFFFFF"/>
                </a:solidFill>
              </a:rPr>
              <a:t>  ← v1; unchanged</a:t>
            </a:r>
          </a:p>
          <a:p>
            <a:r>
              <a:rPr sz="11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FFFFFF"/>
                </a:solidFill>
              </a:rPr>
              <a:t>AuthorizeWithPolicyAsync()</a:t>
            </a:r>
          </a:p>
          <a:p>
            <a:r>
              <a:rPr sz="1100" b="0">
                <a:solidFill>
                  <a:srgbClr val="FFFFFF"/>
                </a:solidFill>
              </a:rPr>
              <a:t>  ← v2; template-based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0" y="3520440"/>
            <a:ext cx="3474720" cy="2423160"/>
          </a:xfrm>
          <a:prstGeom prst="rect">
            <a:avLst/>
          </a:prstGeom>
          <a:solidFill>
            <a:srgbClr val="2A2A3E"/>
          </a:solidFill>
          <a:ln>
            <a:solidFill>
              <a:srgbClr val="F0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A840"/>
                </a:solidFill>
              </a:rPr>
              <a:t>DI Lifetime</a:t>
            </a:r>
          </a:p>
          <a:p>
            <a:r>
              <a:rPr sz="1100" b="0">
                <a:solidFill>
                  <a:srgbClr val="FFFFFF"/>
                </a:solidFill>
              </a:rPr>
              <a:t>IAbacTemplateRegistry  → singleton</a:t>
            </a:r>
          </a:p>
          <a:p>
            <a:r>
              <a:rPr sz="1100" b="0">
                <a:solidFill>
                  <a:srgbClr val="FFFFFF"/>
                </a:solidFill>
              </a:rPr>
              <a:t>IAbacPolicyEngine      → scoped</a:t>
            </a:r>
          </a:p>
          <a:p>
            <a:r>
              <a:rPr sz="1100" b="0">
                <a:solidFill>
                  <a:srgbClr val="FFFFFF"/>
                </a:solidFill>
              </a:rPr>
              <a:t>IResourceAuthorization → scoped</a:t>
            </a:r>
          </a:p>
          <a:p>
            <a:r>
              <a:rPr sz="1100" b="0">
                <a:solidFill>
                  <a:srgbClr val="FFFFFF"/>
                </a:solidFill>
              </a:rPr>
              <a:t>IOpaPolicyClient       → singleton</a:t>
            </a:r>
          </a:p>
          <a:p>
            <a:r>
              <a:rPr sz="1100" b="0">
                <a:solidFill>
                  <a:srgbClr val="FFFFFF"/>
                </a:solidFill>
              </a:rPr>
              <a:t>ICurrentUser           → scoped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3E"/>
          </a:solidFill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76CFD0"/>
                </a:solidFill>
              </a:rPr>
              <a:t>v1 and v2 coexist — choose the right path per resource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2286000"/>
          </a:xfrm>
          <a:prstGeom prst="rect">
            <a:avLst/>
          </a:prstGeom>
          <a:solidFill>
            <a:srgbClr val="2A2A3E"/>
          </a:solidFill>
          <a:ln>
            <a:solidFill>
              <a:srgbClr val="F0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A840"/>
                </a:solidFill>
              </a:rPr>
              <a:t>Use Path A (AuthorizeAsync) when</a:t>
            </a:r>
          </a:p>
          <a:p>
            <a:r>
              <a:rPr sz="1100" b="0">
                <a:solidFill>
                  <a:srgbClr val="FFFFFF"/>
                </a:solidFill>
              </a:rPr>
              <a:t>→ Resource has unique, complex Rego logic</a:t>
            </a:r>
          </a:p>
          <a:p>
            <a:r>
              <a:rPr sz="1100" b="0">
                <a:solidFill>
                  <a:srgbClr val="FFFFFF"/>
                </a:solidFill>
              </a:rPr>
              <a:t>→ Conditions cannot be expressed as templates</a:t>
            </a:r>
          </a:p>
          <a:p>
            <a:r>
              <a:rPr sz="1100" b="0">
                <a:solidFill>
                  <a:srgbClr val="FFFFFF"/>
                </a:solidFill>
              </a:rPr>
              <a:t>→ Migrating existing resources (keep as-is)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394960" cy="2286000"/>
          </a:xfrm>
          <a:prstGeom prst="rect">
            <a:avLst/>
          </a:prstGeom>
          <a:solidFill>
            <a:srgbClr val="2A2A3E"/>
          </a:solidFill>
          <a:ln>
            <a:solidFill>
              <a:srgbClr val="5AD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AD68A"/>
                </a:solidFill>
              </a:rPr>
              <a:t>Use Path B (AuthorizeWithPolicyAsync) when</a:t>
            </a:r>
          </a:p>
          <a:p>
            <a:r>
              <a:rPr sz="1100" b="0">
                <a:solidFill>
                  <a:srgbClr val="FFFFFF"/>
                </a:solidFill>
              </a:rPr>
              <a:t>→ Authorization = standard attribute checks</a:t>
            </a:r>
          </a:p>
          <a:p>
            <a:r>
              <a:rPr sz="1100" b="0">
                <a:solidFill>
                  <a:srgbClr val="FFFFFF"/>
                </a:solidFill>
              </a:rPr>
              <a:t>→ Conditions reuse SameTenant/Dept/Owner</a:t>
            </a:r>
          </a:p>
          <a:p>
            <a:r>
              <a:rPr sz="1100" b="0">
                <a:solidFill>
                  <a:srgbClr val="FFFFFF"/>
                </a:solidFill>
              </a:rPr>
              <a:t>→ You want zero new Rego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Key guarantees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✓  Fail-closed — OPA unavailability = deny  (FailClosed=true)</a:t>
            </a:r>
          </a:p>
          <a:p>
            <a:r>
              <a:rPr sz="1300">
                <a:solidFill>
                  <a:srgbClr val="FFFFFF"/>
                </a:solidFill>
              </a:rPr>
              <a:t>✓  Tenant-safe — X-Tenant-Id validated against JWT claims + DB filter (defense-in-depth)</a:t>
            </a:r>
          </a:p>
          <a:p>
            <a:r>
              <a:rPr sz="1300">
                <a:solidFill>
                  <a:srgbClr val="FFFFFF"/>
                </a:solidFill>
              </a:rPr>
              <a:t>✓  Backward-compatible — existing AuthorizeAsync callers and .rego files are untouched</a:t>
            </a:r>
          </a:p>
          <a:p>
            <a:r>
              <a:rPr sz="1300">
                <a:solidFill>
                  <a:srgbClr val="FFFFFF"/>
                </a:solidFill>
              </a:rPr>
              <a:t>✓  Extensible — modules register custom templates via IAbacTemplateRegistry.Register()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