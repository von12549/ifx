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IFX Authorization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A9EFF"/>
                </a:solidFill>
              </a:rPr>
              <a:t>RBAC + ABAC + OPA  |  How the two-layer authorization model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11880"/>
            <a:ext cx="4873752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March 2026   |   IFX Platform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 with RBAC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484632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FA7B"/>
                </a:solidFill>
              </a:rPr>
              <a:t>RBAC gives you...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FFFFFF"/>
                </a:solidFill>
              </a:rPr>
              <a:t>  User has 'Admin' role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  User has 'users.read' permission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  User belongs to Tenant 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484632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B86C"/>
                </a:solidFill>
              </a:rPr>
              <a:t>RBAC cannot answer...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0">
                <a:solidFill>
                  <a:srgbClr val="FFFFFF"/>
                </a:solidFill>
              </a:rPr>
              <a:t>  Is this resource in the same tenant as the caller?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  Is the caller reading their own profile (self-read)?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  Has the caller completed MFA for a sensitive action?</a:t>
            </a:r>
          </a:p>
          <a:p>
            <a:pPr algn="l"/>
            <a:r>
              <a:rPr sz="1800" b="0">
                <a:solidFill>
                  <a:srgbClr val="FFFFFF"/>
                </a:solidFill>
              </a:rPr>
              <a:t>  Is the request coming from an internal network?</a:t>
            </a:r>
          </a:p>
          <a:p>
            <a:pPr algn="l"/>
            <a:r>
              <a:rPr sz="1700" b="1">
                <a:solidFill>
                  <a:srgbClr val="FFB86C"/>
                </a:solidFill>
              </a:rPr>
              <a:t>  These are resource-level, context-dependent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Solution: Two-Layer Authorization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120640" cy="22860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Layer 1 — RBAC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Does this user type have permission
to perform this class of operation?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0FA7B"/>
                </a:solidFill>
              </a:rPr>
              <a:t>Fast  |  Coarse-grained  |  Claim-based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11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0FA7B"/>
                </a:solidFill>
              </a:rPr>
              <a:t>v  PASS  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5120640" cy="2286000"/>
          </a:xfrm>
          <a:prstGeom prst="rect">
            <a:avLst/>
          </a:prstGeom>
          <a:solidFill>
            <a:srgbClr val="1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0FA7B"/>
                </a:solidFill>
              </a:rPr>
              <a:t>Layer 2 — OPA / ABAC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Given subject + resource + action + environment,
is this specific operation allowed?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0FA7B"/>
                </a:solidFill>
              </a:rPr>
              <a:t>Fine-grained  |  Resource-level  |  Policy-driven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Key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0">
                <a:solidFill>
                  <a:srgbClr val="FFFFFF"/>
                </a:solidFill>
              </a:rPr>
              <a:t>Fail-closed: OPA down = deny (never allow)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Post-load: load resource, then authorize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Policies check permissions, not role names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App layer is policy-agnostic (calls interface)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Defense-in-depth: OPA + DB both enforce tenant isolation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RBAC —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80160"/>
            <a:ext cx="2011680" cy="548640"/>
          </a:xfrm>
          <a:prstGeom prst="rect">
            <a:avLst/>
          </a:prstGeom>
          <a:solidFill>
            <a:srgbClr val="1A4A8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325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194560"/>
            <a:ext cx="2011680" cy="548640"/>
          </a:xfrm>
          <a:prstGeom prst="rect">
            <a:avLst/>
          </a:prstGeom>
          <a:solidFill>
            <a:srgbClr val="2A3A7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RoleGroup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194560"/>
            <a:ext cx="2011680" cy="548640"/>
          </a:xfrm>
          <a:prstGeom prst="rect">
            <a:avLst/>
          </a:prstGeom>
          <a:solidFill>
            <a:srgbClr val="1A4A8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108960"/>
            <a:ext cx="2011680" cy="548640"/>
          </a:xfrm>
          <a:prstGeom prst="rect">
            <a:avLst/>
          </a:prstGeom>
          <a:solidFill>
            <a:srgbClr val="2A3A7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108960"/>
            <a:ext cx="2011680" cy="548640"/>
          </a:xfrm>
          <a:prstGeom prst="rect">
            <a:avLst/>
          </a:prstGeom>
          <a:solidFill>
            <a:srgbClr val="1A6A3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023360"/>
            <a:ext cx="2011680" cy="548640"/>
          </a:xfrm>
          <a:prstGeom prst="rect">
            <a:avLst/>
          </a:prstGeom>
          <a:solidFill>
            <a:srgbClr val="1A6A3A"/>
          </a:solidFill>
          <a:ln w="1905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Permission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A9EFF"/>
                </a:solidFill>
              </a:rPr>
              <a:t>All Roles, RoleGroups, and Permissions are scoped to a 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0">
                <a:solidFill>
                  <a:srgbClr val="FFFFFF"/>
                </a:solidFill>
              </a:rPr>
              <a:t>Flat permission list is loaded at login and emitted as JWT claims  -&gt;  available as ICurrentUser.Permissions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RBAC gate: does ICurrentUser.Permissions contain the required permission name?  YES -&gt; proceed  |  NO -&gt; 403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OPA — Open Policy Agent &amp; ABAC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23774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User ID, Active Tenant ID,
Departments, Roles,
Permissions, MFA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280160"/>
            <a:ext cx="3566160" cy="2377440"/>
          </a:xfrm>
          <a:prstGeom prst="rect">
            <a:avLst/>
          </a:prstGeom>
          <a:solidFill>
            <a:srgbClr val="1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Entity type, Entity ID,
Tenant ID of the resource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280160"/>
            <a:ext cx="3566160" cy="2377440"/>
          </a:xfrm>
          <a:prstGeom prst="rect">
            <a:avLst/>
          </a:prstGeom>
          <a:solidFill>
            <a:srgbClr val="6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92024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IP address,
Network (internal/external),
UTC 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0FA7B"/>
                </a:solidFill>
              </a:rPr>
              <a:t>v  Combined into OPA Input Envelope  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297680"/>
            <a:ext cx="7616952" cy="91440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34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0FA7B"/>
                </a:solidFill>
              </a:rPr>
              <a:t>OPA evaluates Rego policy  -&gt;  allow / deny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394960"/>
            <a:ext cx="3657600" cy="822960"/>
          </a:xfrm>
          <a:prstGeom prst="rect">
            <a:avLst/>
          </a:prstGeom>
          <a:solidFill>
            <a:srgbClr val="1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486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0FA7B"/>
                </a:solidFill>
              </a:rPr>
              <a:t>allow = true  -&gt;  200 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5394960"/>
            <a:ext cx="3657600" cy="822960"/>
          </a:xfrm>
          <a:prstGeom prst="rect">
            <a:avLst/>
          </a:prstGeom>
          <a:solidFill>
            <a:srgbClr val="8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5486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86C"/>
                </a:solidFill>
              </a:rPr>
              <a:t>allow = false  -&gt;  403 Forbidden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Authorization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1  HTTP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Bearer JWT + X-Tenant-Id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9280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2  JWT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75688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Validate token; extract claims (tenant[], permissions...)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96896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52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3  Load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79776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Handler fetches entity from DB  (post-load pattern)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0098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5643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4  RBAC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483864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HasPermissionAsync()  -&gt;  skip if null (self-read)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50792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EFF"/>
                </a:solidFill>
              </a:rPr>
              <a:t>5  Build Envelope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187952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Assemble subject + resource + action +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9160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54880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646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FA7B"/>
                </a:solidFill>
              </a:rPr>
              <a:t>6  OPA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892040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POST /v1/data/{policy}  -&gt;  allow / deny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13248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9EFF"/>
                </a:solidFill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58968"/>
            <a:ext cx="2011680" cy="658368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6869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6C"/>
                </a:solidFill>
              </a:rPr>
              <a:t>7 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596128"/>
            <a:ext cx="91440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allow = true -&gt; 200 OK    |    allow = false -&gt; 403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Tenant Context — X-Tenant-Id Header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EFF"/>
                </a:solidFill>
              </a:rPr>
              <a:t>How CurrentUser.TenantId is resolved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097280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74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Read X-Tenant-Id header from the HTTP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097280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Check header value against tenant claims in JWT (populated at login from DB)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1097280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29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If valid  -&gt;  use header value as active tenant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097280" cy="59436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06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If absent or invalid  -&gt;  fall back to tenant_id JWT claim (primary tenant)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74552" cy="1188720"/>
          </a:xfrm>
          <a:prstGeom prst="rect">
            <a:avLst/>
          </a:prstGeom>
          <a:solidFill>
            <a:srgbClr val="1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0FA7B"/>
                </a:solidFill>
              </a:rPr>
              <a:t>Security Property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 user cannot spoof a tenant they do not belong to. The tenant claims are populated server-side at login from the user's actual DB memberships. The frontend sends X-Tenant-Id automatically via an axios interceptor.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Rego Policies — read-user (Pilot)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512064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0FA7B"/>
                </a:solidFill>
              </a:rPr>
              <a:t>Decision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>
                <a:solidFill>
                  <a:srgbClr val="FFB86C"/>
                </a:solidFill>
              </a:rPr>
              <a:t>allow = false  (default)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allow = true  if ALL of:</a:t>
            </a:r>
          </a:p>
          <a:p>
            <a:pPr algn="l"/>
            <a:r>
              <a:rPr sz="1600" b="0">
                <a:solidFill>
                  <a:srgbClr val="50FA7B"/>
                </a:solidFill>
              </a:rPr>
              <a:t>   same_tenant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      subject.tenant_id == resource.tenant_id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 AND one of:</a:t>
            </a:r>
          </a:p>
          <a:p>
            <a:pPr algn="l"/>
            <a:r>
              <a:rPr sz="1500" b="0">
                <a:solidFill>
                  <a:srgbClr val="50FA7B"/>
                </a:solidFill>
              </a:rPr>
              <a:t>      self-read: subject.id == resource.id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      OR</a:t>
            </a:r>
          </a:p>
          <a:p>
            <a:pPr algn="l"/>
            <a:r>
              <a:rPr sz="1500" b="0">
                <a:solidFill>
                  <a:srgbClr val="50FA7B"/>
                </a:solidFill>
              </a:rPr>
              <a:t>      "users.read" in subject.permissions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FFB86C"/>
                </a:solidFill>
              </a:rPr>
              <a:t>Cross-tenant request? -&gt; deny regardless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88720"/>
            <a:ext cx="5943600" cy="51206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325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</a:rPr>
              <a:t>package authz.auth.read_user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581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379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9EFF"/>
                </a:solidFill>
              </a:rPr>
              <a:t>import future.keywords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939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50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default allow :=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06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620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allow if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18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data.authz.common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74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 .tenant.same_tenant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630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input.subject.id ==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86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 input.resource.id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422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982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54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allow if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9103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data.authz.common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166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 .tenant.same_tenant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422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"users.read"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6784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 input.subject.permissions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9344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IFX.BuildingBlocks.Security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ICurrentUser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Caller identity: UserId, TenantId, Permissions, MfaEnabled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441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IPermissionChecker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HasPermissionAsync() — thin wrapper over ICurrentUser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IOpaPolicyClient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34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EvaluateAsync(path, input) — sends envelope to OPA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441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IResourceAuthorizationService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34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AuthorizeAsync() — orchestrates RBAC gate + OPA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38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0FA7B"/>
                </a:solidFill>
              </a:rPr>
              <a:t>OpaClient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31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HttpClient-backed; fail-closed on error; structured logging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47472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38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86C"/>
                </a:solidFill>
              </a:rPr>
              <a:t>NullOpaPolicyClient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Always allow — dev stub when Opa:Enabled = 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36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0FA7B"/>
                </a:solidFill>
              </a:rPr>
              <a:t>ResourceAuthorizationService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29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Throws ForbiddenException on deny -&gt; 403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5486400" cy="914400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36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86C"/>
                </a:solidFill>
              </a:rPr>
              <a:t>ForbiddenException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Mapped to HTTP 403 by ExceptionHandlingMiddleware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A9EFF"/>
                </a:solidFill>
              </a:rPr>
              <a:t>No dependency on any business module (Auth, etc.) — depends only on framework packages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Configuration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EFF"/>
                </a:solidFill>
              </a:rPr>
              <a:t>OPA Options (bound via IOptions&lt;OpaOptions&gt;)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411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600200"/>
            <a:ext cx="1645920" cy="411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600200"/>
            <a:ext cx="6675120" cy="41148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6459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274320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057400"/>
            <a:ext cx="164592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057400"/>
            <a:ext cx="667512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122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Opa:BaseUrl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122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http://opa:8181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1122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OPA container address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14600"/>
            <a:ext cx="274320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2514600"/>
            <a:ext cx="164592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514600"/>
            <a:ext cx="667512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694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Opa:TimeoutSeconds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5694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5694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Request timeout (seconds)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74320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971800"/>
            <a:ext cx="164592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2971800"/>
            <a:ext cx="6675120" cy="438912"/>
          </a:xfrm>
          <a:prstGeom prst="rect">
            <a:avLst/>
          </a:prstGeom>
          <a:solidFill>
            <a:srgbClr val="44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0266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Opa:Enabled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0266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0266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false = NullOpaPolicyClient (dev only)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29000"/>
            <a:ext cx="274320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429000"/>
            <a:ext cx="164592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3429000"/>
            <a:ext cx="6675120" cy="438912"/>
          </a:xfrm>
          <a:prstGeom prst="rect">
            <a:avLst/>
          </a:prstGeom>
          <a:solidFill>
            <a:srgbClr val="33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483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FA7B"/>
                </a:solidFill>
              </a:rPr>
              <a:t>Opa:FailClosed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48386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483864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false = allow on OPA error (dev only, NEVER prod)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97680"/>
            <a:ext cx="11274552" cy="128016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9EFF"/>
                </a:solidFill>
              </a:rPr>
              <a:t>Docker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00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OPA runs as a sidecar container (openpolicyagent/opa:0.70.0-static). Policies are mounted from the policies/ directory. Environment variables (OPA_BASE_URL, OPA_ENABLED, OPA_FAIL_CLOSED, OPA_TIMEOUT_SECONDS) override defaults in docker-compose via .env file.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669280"/>
            <a:ext cx="11274552" cy="594360"/>
          </a:xfrm>
          <a:prstGeom prst="rect">
            <a:avLst/>
          </a:prstGeom>
          <a:solidFill>
            <a:srgbClr val="5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B86C"/>
                </a:solidFill>
              </a:rPr>
              <a:t>Opa:Enabled=false and Opa:FailClosed=false are LOCAL DEVELOPMENT ONLY. Both must be true in all production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57200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685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716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Coarse-grained first gate. Checks permission names from JWT claims. Fast and stateless.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371600" cy="685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ABAC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860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Fine-grained second gate. Evaluates attributes of subject, resource, action, and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0" cy="685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OPA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004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Policy engine executing Rego rules. Runs as a sidecar. Fail-closed. Policies are versioned in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371600" cy="685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Tenant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148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Active tenant from X-Tenant-Id header, validated against JWT claims. OPA enforces same_tenant independently.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1371600" cy="6858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292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Opa:Enabled=false switches to NullOpaPolicyClient (always allow). Never in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50FA7B"/>
                </a:solidFill>
              </a:rPr>
              <a:t>Authorization is a first-class citizen — not an afterthought.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